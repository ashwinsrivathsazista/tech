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1A98-4F2A-96A5-3150-946761229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F99BF-E336-B361-2BCC-E2DBE5E89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E7DA3-EE51-A275-9281-B2C91C36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C70AB-68C0-4AB1-9485-0AC6C36A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7922C-CD45-E309-B2C5-697B6402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44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2419-D9D4-50A7-B4BF-B02B5DAB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3AF6C-C7FF-9252-3779-2D8E13783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F242-B779-3586-A310-0CB07587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C1F8-F144-6D7D-76F5-5DDB343A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0E805-79D9-663B-AE29-B129D323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76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DC50-C5BD-182D-7A85-C0983315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4788B-8C22-B799-5CF3-27DB902A2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901BC-5979-DD67-616A-EE97313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E62E8-B239-0D26-E11A-A2863923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C96B-BFA2-636F-D075-581979F9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40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7E62-A443-E5F6-6B7B-A18AA77D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DB7D9-168F-E0E6-0FF5-DDEE55EDF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E62B0-5100-5358-FC6A-EE51D30D5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DD7C7-9E2C-B422-AB0A-8D90B083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1BB53-0FE5-90D8-B63D-F38DD189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B9FCC-F20B-F45F-4CD4-67F0F3A1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83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C9E8-272D-C9CC-34C2-F45E9BE0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9074E-85CA-9F2C-7BD7-25E12A710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61344-14AC-0BFC-9E8C-DC4CBAACE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87FE3-0D8F-9758-38FF-385BAD6F3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E461B-FBE9-E5E0-F10D-8C5A63172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13A69-C38D-BA05-45D8-EAE8C73F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29A2D-B654-F1C6-9875-A4DF0E25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512A7C-BB7A-2156-FCA2-003DEAF5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17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67ED-03E8-7E8D-2CA6-C9F79BB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A8038-33D0-B4DE-26B8-E446C1C8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E4928-05AB-71D3-09EE-637DCA35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38906-77C2-68D2-A5FD-A758BCF4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73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F59CD-E482-8118-5FB3-AF8E4AEF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56AE3-3B03-DBFB-AF88-5A149EAE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209AB-EB2E-826E-A875-FEDEE9D6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8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07CF-1D4A-6246-2C63-5FAB12B1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F3ACC-7A89-4C9A-5FD3-4D1C727DA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AB494-AEE4-7FF5-2F3B-CD9D6BFB0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D9B97-96FA-B503-6673-4AF591D4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E3E77-47E8-5131-F548-23E02BE3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CA283-D0FC-0FF7-C6F9-DEC971D5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C8F1-F902-2766-F25D-9283BD58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A2F54-0B7B-C9C5-5619-3A473E42A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FBBFF-156F-1531-CD02-43779C0CE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9B379-8C6D-71E9-5CE7-0FF432E7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D04EB-A339-A142-FD49-6D68E87F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953E5-820C-CF5B-9CB3-B15B5331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43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039F-0242-D7E9-9059-9A31D0DD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033EB-7533-6250-3A4F-20F235F25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CCA0A-DE6B-9119-2748-C1207EE9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22412-BF21-2D77-932B-BD164C84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D85B-AFC3-628D-8A2E-F4D7F2D6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3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8AD9D-8B9A-141E-8D67-22B4715BB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F3967-005E-D832-E0B9-A43B7FCCA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D91DA-1B3A-0F2C-5EB8-F1429B27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4F78D-A4F4-77D6-4A63-A71A6901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4B526-1451-13E5-1ADC-A78E74E0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76841-9A38-6B5F-333E-FF96CE9B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CE35-89E9-1DEE-3090-1D4DF5B7D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2ABB-C34A-01AD-3547-60A76207C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54F-A50A-47DC-8E5D-86DEB5AA035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DCA98-BF3F-131E-AD96-33199665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9CB98-6179-2F99-83AB-49E3A96B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6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92173D-FE90-CD18-38C5-20FB9130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set up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78F74D-2A7C-DEDB-3095-2AE1339A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Download and extract myStreamlitTutorials.zip to a CWD</a:t>
            </a:r>
          </a:p>
          <a:p>
            <a:r>
              <a:rPr lang="en-US" dirty="0"/>
              <a:t>For e.g. d:\smlr\session6\mystreamlitLab\</a:t>
            </a:r>
          </a:p>
          <a:p>
            <a:endParaRPr lang="en-US" dirty="0"/>
          </a:p>
          <a:p>
            <a:r>
              <a:rPr lang="en-US" dirty="0"/>
              <a:t>Navigate to this </a:t>
            </a:r>
            <a:r>
              <a:rPr lang="en-US" dirty="0" err="1"/>
              <a:t>cwd</a:t>
            </a:r>
            <a:r>
              <a:rPr lang="en-US" dirty="0"/>
              <a:t> to run the rest of the labs</a:t>
            </a:r>
          </a:p>
          <a:p>
            <a:endParaRPr lang="en-US" dirty="0"/>
          </a:p>
          <a:p>
            <a:r>
              <a:rPr lang="en-US" dirty="0"/>
              <a:t>In a terminal window (anaconda prompt), execute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pip install </a:t>
            </a:r>
            <a:r>
              <a:rPr lang="en-US" i="1" dirty="0" err="1"/>
              <a:t>streamlit</a:t>
            </a:r>
            <a:br>
              <a:rPr lang="en-US" i="1" dirty="0"/>
            </a:br>
            <a:endParaRPr lang="en-US" i="1" dirty="0"/>
          </a:p>
          <a:p>
            <a:r>
              <a:rPr lang="en-US" dirty="0"/>
              <a:t>Test the set up using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 err="1"/>
              <a:t>streamlit</a:t>
            </a:r>
            <a:r>
              <a:rPr lang="en-US" i="1" dirty="0"/>
              <a:t> hello</a:t>
            </a:r>
          </a:p>
          <a:p>
            <a:endParaRPr lang="en-US" i="1" dirty="0"/>
          </a:p>
          <a:p>
            <a:r>
              <a:rPr lang="en-US" dirty="0"/>
              <a:t>This will start a </a:t>
            </a:r>
            <a:r>
              <a:rPr lang="en-US" dirty="0" err="1"/>
              <a:t>streamlit</a:t>
            </a:r>
            <a:r>
              <a:rPr lang="en-US" dirty="0"/>
              <a:t> service and show in your default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16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5B85-0944-3080-6F04-5FCB34D5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labs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26A9-682B-8F8A-4B7E-8F173605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Try these one by one. </a:t>
            </a:r>
          </a:p>
          <a:p>
            <a:pPr lvl="1"/>
            <a:r>
              <a:rPr lang="en-US" dirty="0"/>
              <a:t>app.py, </a:t>
            </a:r>
          </a:p>
          <a:p>
            <a:pPr lvl="1"/>
            <a:r>
              <a:rPr lang="en-US" dirty="0"/>
              <a:t>app2.py, </a:t>
            </a:r>
          </a:p>
          <a:p>
            <a:pPr lvl="1"/>
            <a:r>
              <a:rPr lang="en-US" dirty="0"/>
              <a:t>app3.py, </a:t>
            </a:r>
          </a:p>
          <a:p>
            <a:pPr lvl="1"/>
            <a:r>
              <a:rPr lang="en-US" dirty="0"/>
              <a:t>play_with_streamlit.py</a:t>
            </a:r>
          </a:p>
          <a:p>
            <a:pPr lvl="1"/>
            <a:r>
              <a:rPr lang="en-US" i="1" dirty="0"/>
              <a:t># this is similar to the flask app, I have included the pickle files </a:t>
            </a:r>
          </a:p>
          <a:p>
            <a:pPr lvl="1"/>
            <a:r>
              <a:rPr lang="en-US" dirty="0"/>
              <a:t>streamlit_webapp.py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Note the execution command syntax</a:t>
            </a:r>
            <a:br>
              <a:rPr lang="en-US" dirty="0"/>
            </a:br>
            <a:r>
              <a:rPr lang="en-US" i="1" dirty="0" err="1">
                <a:solidFill>
                  <a:srgbClr val="FF0000"/>
                </a:solidFill>
              </a:rPr>
              <a:t>streamlit</a:t>
            </a:r>
            <a:r>
              <a:rPr lang="en-US" i="1" dirty="0">
                <a:solidFill>
                  <a:srgbClr val="FF0000"/>
                </a:solidFill>
              </a:rPr>
              <a:t> run app.py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77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410B-159F-972C-455A-8A4C5528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use pickled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06DE0-898C-7AF3-DF2F-FE145572B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Step1</a:t>
            </a:r>
          </a:p>
          <a:p>
            <a:pPr lvl="1"/>
            <a:r>
              <a:rPr lang="en-US" dirty="0"/>
              <a:t>Execute </a:t>
            </a:r>
            <a:r>
              <a:rPr lang="en-US" i="1" dirty="0"/>
              <a:t>python demo_lin_reg_fit.py</a:t>
            </a:r>
          </a:p>
          <a:p>
            <a:pPr lvl="1"/>
            <a:r>
              <a:rPr lang="en-US" dirty="0"/>
              <a:t>Observe </a:t>
            </a:r>
            <a:r>
              <a:rPr lang="en-US" dirty="0" err="1"/>
              <a:t>model.pkl</a:t>
            </a:r>
            <a:r>
              <a:rPr lang="en-US" dirty="0"/>
              <a:t> has been created</a:t>
            </a:r>
          </a:p>
          <a:p>
            <a:pPr lvl="1"/>
            <a:endParaRPr lang="en-US" dirty="0"/>
          </a:p>
          <a:p>
            <a:r>
              <a:rPr lang="en-US" dirty="0"/>
              <a:t>Step 2</a:t>
            </a:r>
          </a:p>
          <a:p>
            <a:pPr lvl="1"/>
            <a:r>
              <a:rPr lang="en-US" dirty="0"/>
              <a:t>Execute </a:t>
            </a:r>
            <a:r>
              <a:rPr lang="en-US" i="1" dirty="0" err="1"/>
              <a:t>streamlit</a:t>
            </a:r>
            <a:r>
              <a:rPr lang="en-US" i="1" dirty="0"/>
              <a:t> run </a:t>
            </a:r>
            <a:r>
              <a:rPr lang="it-IT" i="1" dirty="0"/>
              <a:t>demo_lin_reg_webapp.py</a:t>
            </a:r>
          </a:p>
          <a:p>
            <a:pPr lvl="1"/>
            <a:r>
              <a:rPr lang="it-IT" dirty="0"/>
              <a:t>Launches a web app, accessible at http://localhost:8501/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63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183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Lab set up</vt:lpstr>
      <vt:lpstr>Basic labs</vt:lpstr>
      <vt:lpstr>Create and use pickled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Srinivasan</dc:creator>
  <cp:lastModifiedBy>Sridhar Srinivasan</cp:lastModifiedBy>
  <cp:revision>4</cp:revision>
  <dcterms:created xsi:type="dcterms:W3CDTF">2026-01-09T15:00:16Z</dcterms:created>
  <dcterms:modified xsi:type="dcterms:W3CDTF">2026-01-09T15:24:11Z</dcterms:modified>
</cp:coreProperties>
</file>