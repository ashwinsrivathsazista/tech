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0CC8-65B9-422D-561C-6C98F6E32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0E030-C152-F08F-544E-1786C2256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A216-A474-D0FC-4E12-12657732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F556E-7F0C-BDEA-D057-CC88FECD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4B750-CD91-D548-06D5-FD2E7198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8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B718C-0676-E555-7F95-5BCEDFD1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FDD2-8E9F-FA76-29F4-4A526ED1F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0B61-066D-89BB-DDA6-B86367DB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9453-D8DD-470C-4CE0-CE3105D1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C20E3-01C4-492A-D6AC-22AD2FED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4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1E00E-5023-DC12-D2DB-4C94A8CEE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99968-AEDC-65EA-CAC1-95D6BADC1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1884-88FA-251D-D0DD-405DAFA7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59697-53FA-B5DD-B0D4-62D239E7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8C5E5-D805-A8A2-641D-616D18A3E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9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F55D-CE97-6499-4456-08002B27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2BA74-6A74-16DD-9968-AA28B3632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B6372-0775-BE5D-4275-1FA299379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2D46F-BEBB-1CDC-1097-40F45FC9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F57D5-257E-DA3F-4645-9E5017044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69B5D-10F8-9989-6DFD-ED63AD57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4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0F01-F4D0-3492-28D6-46FB00C1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0C79B-70C0-27F1-8A89-4E0B472B1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C99E7-692F-843A-B2C0-299DA6B1E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38459-DFF0-B9D9-EE32-B6F84CFD8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EE1A-5B0D-7028-A709-CB2E966E7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73D98-2405-E6D6-9BD4-5119A8886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83396-A2AC-3592-39A8-B5593DE39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06351-6948-948B-D96F-38B92DAA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9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911B4-14B2-F26F-3D13-00A0BA947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D045-C3E8-3EC1-EF09-B5296BCC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13BB-934D-8E0D-2693-22C3A3CB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E9495-FE7F-3025-9683-762D57F0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88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F2430-8A58-88F9-5878-0EC4E825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DD3C0-3BBD-7F78-C882-559EFEEB4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D2C14-5E62-2031-4D7D-33BE8710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7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AE85-D4CB-21C6-769C-F4EDFD86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62339-B7B0-5EBF-0B13-B1470A83C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97407-B308-D93A-F0A5-399FFDF11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A8E71-6CAD-5E26-5A10-F2E0432C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C780B-C90E-BC5F-0956-4C9AC8B4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FB5CB-6E11-D053-32A3-5EB2B8B0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0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47FE-0581-A8B5-9957-177146DC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EF8E7-F7DD-4859-2D7C-E6D9B8500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5EDD3-B2B8-777A-3F31-63A37B7A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14311-8930-57CF-FF1E-74195047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F93D7-E323-4AC6-B1D4-1DB1DE378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4C374-6EC2-5C2D-19EF-9B724BDC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825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ACC9-EF19-0FF0-6A06-29559692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22CD5-70E5-C976-FFCE-63B2C902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4BE5-A56E-77D9-C728-5059931C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A1CB-D61E-8166-0BD6-4DD7C891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F2610-0ED6-0207-7E83-E5BF6E0B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31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D259C-2ABD-146B-5B9B-B1340B3FE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8D8A8-6EB5-000C-93C9-6144491C5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9422-2027-B135-EF8E-563FF38D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518B8-BE2C-6372-0A51-F6A276BD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CB319-EBAC-921A-BCDD-3D38A88C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405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6879A-35FC-B34F-9B53-493284E5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AB0B9-B1EC-43D5-67B5-C077CF6AF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C4A93-C5CA-5CAB-B7EC-8D42BF6E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0F2E-E9F5-4F56-81F2-ED732682F7C0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999E0-1898-49C3-4498-E7AB7B2E1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55336-DBFC-7B72-77E9-4CC14C825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AE810-1C6D-4922-ADB8-CF250FAA63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41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86304A-2475-EB92-FEF7-23F34EED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set up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FE2CD4-52AD-4B4A-E2C2-F91EE53EA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basic-ml-model-deploy.zip file I have shared</a:t>
            </a:r>
          </a:p>
          <a:p>
            <a:r>
              <a:rPr lang="en-US" dirty="0"/>
              <a:t>Extract to a CWD, say d:\smlr\session6\flaskLab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69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A2E4D2-8522-4E8D-B44A-1704C8A8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 pipeline, model and pickle objects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2FF68-F86D-4247-90D3-DB555D768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in browser or VS code and execute all cells in </a:t>
            </a:r>
            <a:r>
              <a:rPr lang="en-US" dirty="0" err="1"/>
              <a:t>Train_Deploy.ipynb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Observe in the same folder, feat_catv1, feat_numv1, and </a:t>
            </a:r>
            <a:r>
              <a:rPr lang="en-IN" dirty="0" err="1"/>
              <a:t>full_pipeline</a:t>
            </a:r>
            <a:r>
              <a:rPr lang="en-IN" dirty="0"/>
              <a:t> pickle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4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58D6-8253-7FE8-CCFE-89F44E729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pickle files in Test run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4963-6DD2-237D-C799-002B86ECD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in browser or VS code and execute all cells in </a:t>
            </a:r>
            <a:r>
              <a:rPr lang="en-US" dirty="0" err="1"/>
              <a:t>Test_Deploy.ipynb</a:t>
            </a:r>
            <a:endParaRPr lang="en-US" dirty="0"/>
          </a:p>
          <a:p>
            <a:endParaRPr lang="en-US" dirty="0"/>
          </a:p>
          <a:p>
            <a:r>
              <a:rPr lang="en-US" dirty="0"/>
              <a:t>Observe the train stage objects read in as pickle and used in this notebook</a:t>
            </a:r>
          </a:p>
          <a:p>
            <a:endParaRPr lang="en-US" dirty="0"/>
          </a:p>
          <a:p>
            <a:r>
              <a:rPr lang="en-US" dirty="0"/>
              <a:t>Note the output prediction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925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23ED-1D91-4CA6-314C-141FC8B4F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Flask Web App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EC51-2799-F6E0-E9EC-C0D93F67A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a terminal (anaconda prompt or in VS code) activate a python env which has flask installed (else use pip install flask)</a:t>
            </a:r>
          </a:p>
          <a:p>
            <a:endParaRPr lang="en-US" dirty="0"/>
          </a:p>
          <a:p>
            <a:r>
              <a:rPr lang="en-US" dirty="0"/>
              <a:t>Navigate to the folder containing this lab files and execute: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python app.py</a:t>
            </a:r>
          </a:p>
          <a:p>
            <a:endParaRPr lang="en-US" i="1" dirty="0"/>
          </a:p>
          <a:p>
            <a:r>
              <a:rPr lang="en-US" dirty="0"/>
              <a:t>Flask app starts and available at localhost:5000</a:t>
            </a:r>
          </a:p>
          <a:p>
            <a:endParaRPr lang="en-US" dirty="0"/>
          </a:p>
          <a:p>
            <a:r>
              <a:rPr lang="en-US" dirty="0"/>
              <a:t>Access using a browser</a:t>
            </a:r>
          </a:p>
          <a:p>
            <a:endParaRPr lang="en-IN" dirty="0"/>
          </a:p>
          <a:p>
            <a:r>
              <a:rPr lang="en-IN" dirty="0"/>
              <a:t>See screenshot in the next slide after using the same feature values as in the Test run</a:t>
            </a:r>
          </a:p>
        </p:txBody>
      </p:sp>
    </p:spTree>
    <p:extLst>
      <p:ext uri="{BB962C8B-B14F-4D97-AF65-F5344CB8AC3E}">
        <p14:creationId xmlns:p14="http://schemas.microsoft.com/office/powerpoint/2010/main" val="253340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3058F4-CD05-0474-684F-9CAF3EB21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89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9D10-D977-9756-8B7B-907C012F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FAQ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0051-58D1-F44A-1290-BD108B3FC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Test run step, if you have not already run Train step, the pickle files will be missed</a:t>
            </a:r>
          </a:p>
          <a:p>
            <a:endParaRPr lang="en-US" dirty="0"/>
          </a:p>
          <a:p>
            <a:r>
              <a:rPr lang="en-US" dirty="0"/>
              <a:t>In the last step, if you use the app.py downloaded from Olympus there is a small issue as it does not handle data type. I have shared the fixed version.</a:t>
            </a:r>
          </a:p>
          <a:p>
            <a:endParaRPr lang="en-US" dirty="0"/>
          </a:p>
          <a:p>
            <a:r>
              <a:rPr lang="en-US" dirty="0"/>
              <a:t>In the last step, error if flask is not installed in your python env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280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256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Lab set up</vt:lpstr>
      <vt:lpstr>Fit pipeline, model and pickle objects</vt:lpstr>
      <vt:lpstr>Use pickle files in Test run</vt:lpstr>
      <vt:lpstr>Execute Flask Web App</vt:lpstr>
      <vt:lpstr>PowerPoint Presentation</vt:lpstr>
      <vt:lpstr>FAQ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Srinivasan</dc:creator>
  <cp:lastModifiedBy>Sridhar Srinivasan</cp:lastModifiedBy>
  <cp:revision>7</cp:revision>
  <dcterms:created xsi:type="dcterms:W3CDTF">2026-01-09T14:47:42Z</dcterms:created>
  <dcterms:modified xsi:type="dcterms:W3CDTF">2026-01-09T15:23:27Z</dcterms:modified>
</cp:coreProperties>
</file>